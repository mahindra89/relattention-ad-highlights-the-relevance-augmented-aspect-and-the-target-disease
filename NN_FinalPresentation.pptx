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88" r:id="rId5"/>
    <p:sldId id="313" r:id="rId6"/>
    <p:sldId id="309" r:id="rId7"/>
    <p:sldId id="311" r:id="rId8"/>
    <p:sldId id="290" r:id="rId9"/>
    <p:sldId id="291" r:id="rId10"/>
    <p:sldId id="314" r:id="rId11"/>
    <p:sldId id="293" r:id="rId12"/>
    <p:sldId id="303" r:id="rId13"/>
    <p:sldId id="302" r:id="rId14"/>
    <p:sldId id="298" r:id="rId15"/>
    <p:sldId id="312" r:id="rId16"/>
    <p:sldId id="273" r:id="rId17"/>
    <p:sldId id="270" r:id="rId18"/>
    <p:sldId id="306" r:id="rId19"/>
    <p:sldId id="307" r:id="rId20"/>
    <p:sldId id="30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7F7F7F"/>
    <a:srgbClr val="302030"/>
    <a:srgbClr val="79A466"/>
    <a:srgbClr val="A466A1"/>
    <a:srgbClr val="7C4B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41" autoAdjust="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403" y="3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782036-3E43-445A-9A77-06D97C6EDFFA}" type="datetimeFigureOut">
              <a:rPr lang="en-US" smtClean="0"/>
              <a:t>11/11/2025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333638-148D-48F3-93EA-686F1AB9FF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8FFC2-F437-4D89-B6E7-BDC71715B609}" type="datetimeFigureOut">
              <a:rPr lang="en-US" smtClean="0"/>
              <a:t>11/11/2025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4120E-D8D4-4AFA-B0E2-7989D1701DEB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8/03/20XX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57DA-28E9-40D3-918C-4D14E8263D81}" type="slidenum">
              <a:rPr lang="en-US" smtClean="0"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8/03/20XX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57DA-28E9-40D3-918C-4D14E8263D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8/03/20XX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57DA-28E9-40D3-918C-4D14E8263D81}" type="slidenum">
              <a:rPr lang="en-US" smtClean="0"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8/03/20XX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57DA-28E9-40D3-918C-4D14E8263D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8/03/20XX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57DA-28E9-40D3-918C-4D14E8263D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8/03/20XX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57DA-28E9-40D3-918C-4D14E8263D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8/03/20XX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57DA-28E9-40D3-918C-4D14E8263D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8/03/20XX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57DA-28E9-40D3-918C-4D14E8263D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r>
              <a:rPr lang="en-US"/>
              <a:t>8/03/20XX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57DA-28E9-40D3-918C-4D14E8263D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8/03/20XX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57DA-28E9-40D3-918C-4D14E8263D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8/03/20XX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57DA-28E9-40D3-918C-4D14E8263D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bg>
      <p:bgPr>
        <a:solidFill>
          <a:schemeClr val="accent6">
            <a:alpha val="9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767715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336042" y="1550988"/>
            <a:ext cx="3284832" cy="2387600"/>
          </a:xfrm>
          <a:prstGeom prst="rect">
            <a:avLst/>
          </a:prstGeom>
        </p:spPr>
        <p:txBody>
          <a:bodyPr anchor="b"/>
          <a:lstStyle>
            <a:lvl1pPr algn="l">
              <a:defRPr sz="5000" cap="all" spc="200" baseline="0">
                <a:solidFill>
                  <a:schemeClr val="accent6">
                    <a:lumMod val="10000"/>
                    <a:lumOff val="9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336042" y="4057095"/>
            <a:ext cx="3284832" cy="155312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spc="100" baseline="0"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654175" y="4241283"/>
            <a:ext cx="10537825" cy="2616717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50000"/>
              </a:lnSpc>
              <a:spcBef>
                <a:spcPts val="0"/>
              </a:spcBef>
              <a:buNone/>
              <a:defRPr sz="45000" baseline="0">
                <a:solidFill>
                  <a:schemeClr val="bg1">
                    <a:alpha val="8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lvl="0"/>
            <a:r>
              <a:rPr lang="en-US" dirty="0"/>
              <a:t>Pitch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ur Competi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-4281" y="0"/>
            <a:ext cx="12196282" cy="2442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29" hasCustomPrompt="1"/>
          </p:nvPr>
        </p:nvSpPr>
        <p:spPr>
          <a:xfrm>
            <a:off x="-316523" y="104279"/>
            <a:ext cx="12508523" cy="2679238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4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20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r>
              <a:rPr lang="en-US" dirty="0"/>
              <a:t>Comp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819728" y="2679238"/>
            <a:ext cx="4386945" cy="545148"/>
          </a:xfrm>
          <a:prstGeom prst="rect">
            <a:avLst/>
          </a:prstGeom>
        </p:spPr>
        <p:txBody>
          <a:bodyPr anchor="b"/>
          <a:lstStyle>
            <a:lvl1pPr algn="l">
              <a:defRPr sz="2200" cap="all" spc="20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819728" y="4085594"/>
            <a:ext cx="4953000" cy="2046251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819728" y="3706090"/>
            <a:ext cx="4953000" cy="426393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400" cap="all" spc="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6400800" y="4085594"/>
            <a:ext cx="4953000" cy="2046251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8" hasCustomPrompt="1"/>
          </p:nvPr>
        </p:nvSpPr>
        <p:spPr>
          <a:xfrm>
            <a:off x="6400800" y="3706090"/>
            <a:ext cx="4953000" cy="426393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400" cap="all" spc="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oblem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386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376050" y="2149803"/>
            <a:ext cx="2383973" cy="158314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10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4376050" y="1783378"/>
            <a:ext cx="2383973" cy="46439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" name="Text Placeholder 30"/>
          <p:cNvSpPr>
            <a:spLocks noGrp="1"/>
          </p:cNvSpPr>
          <p:nvPr>
            <p:ph type="body" sz="quarter" idx="15" hasCustomPrompt="1"/>
          </p:nvPr>
        </p:nvSpPr>
        <p:spPr>
          <a:xfrm>
            <a:off x="6934192" y="2149803"/>
            <a:ext cx="2383972" cy="154992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/>
          <p:cNvSpPr>
            <a:spLocks noGrp="1"/>
          </p:cNvSpPr>
          <p:nvPr>
            <p:ph type="body" sz="quarter" idx="16" hasCustomPrompt="1"/>
          </p:nvPr>
        </p:nvSpPr>
        <p:spPr>
          <a:xfrm>
            <a:off x="6934192" y="1783378"/>
            <a:ext cx="2383972" cy="46439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3" name="Text Placeholder 30"/>
          <p:cNvSpPr>
            <a:spLocks noGrp="1"/>
          </p:cNvSpPr>
          <p:nvPr>
            <p:ph type="body" sz="quarter" idx="17" hasCustomPrompt="1"/>
          </p:nvPr>
        </p:nvSpPr>
        <p:spPr>
          <a:xfrm>
            <a:off x="4376050" y="4414557"/>
            <a:ext cx="2383973" cy="154992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18" hasCustomPrompt="1"/>
          </p:nvPr>
        </p:nvSpPr>
        <p:spPr>
          <a:xfrm>
            <a:off x="4376050" y="4048132"/>
            <a:ext cx="2383973" cy="46439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ext Placeholder 30"/>
          <p:cNvSpPr>
            <a:spLocks noGrp="1"/>
          </p:cNvSpPr>
          <p:nvPr>
            <p:ph type="body" sz="quarter" idx="19" hasCustomPrompt="1"/>
          </p:nvPr>
        </p:nvSpPr>
        <p:spPr>
          <a:xfrm>
            <a:off x="6934192" y="4414557"/>
            <a:ext cx="2383972" cy="154992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0" hasCustomPrompt="1"/>
          </p:nvPr>
        </p:nvSpPr>
        <p:spPr>
          <a:xfrm>
            <a:off x="6934192" y="4048132"/>
            <a:ext cx="2383972" cy="46439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kern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itle 1"/>
          <p:cNvSpPr>
            <a:spLocks noGrp="1"/>
          </p:cNvSpPr>
          <p:nvPr>
            <p:ph type="ctrTitle" hasCustomPrompt="1"/>
          </p:nvPr>
        </p:nvSpPr>
        <p:spPr>
          <a:xfrm>
            <a:off x="4376051" y="893523"/>
            <a:ext cx="5094517" cy="296198"/>
          </a:xfrm>
          <a:prstGeom prst="rect">
            <a:avLst/>
          </a:prstGeom>
        </p:spPr>
        <p:txBody>
          <a:bodyPr anchor="ctr"/>
          <a:lstStyle>
            <a:lvl1pPr algn="l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Text Placeholder 30"/>
          <p:cNvSpPr>
            <a:spLocks noGrp="1"/>
          </p:cNvSpPr>
          <p:nvPr>
            <p:ph type="body" sz="quarter" idx="21" hasCustomPrompt="1"/>
          </p:nvPr>
        </p:nvSpPr>
        <p:spPr>
          <a:xfrm>
            <a:off x="9492333" y="2149803"/>
            <a:ext cx="2383972" cy="154992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9492333" y="1783378"/>
            <a:ext cx="2383972" cy="46439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lution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1029788" y="1449390"/>
            <a:ext cx="15294428" cy="30765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4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5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lvl="0"/>
            <a:r>
              <a:rPr lang="en-US" dirty="0"/>
              <a:t>Solution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6357DA-28E9-40D3-918C-4D14E8263D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1360714" y="1863161"/>
            <a:ext cx="9993085" cy="892630"/>
          </a:xfrm>
          <a:prstGeom prst="rect">
            <a:avLst/>
          </a:prstGeom>
        </p:spPr>
        <p:txBody>
          <a:bodyPr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07573" y="3751002"/>
            <a:ext cx="2383973" cy="158314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707573" y="3384577"/>
            <a:ext cx="2383973" cy="4643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4" hasCustomPrompt="1"/>
          </p:nvPr>
        </p:nvSpPr>
        <p:spPr>
          <a:xfrm>
            <a:off x="3494316" y="3751002"/>
            <a:ext cx="2383972" cy="154992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2" name="Text Placeholder 15"/>
          <p:cNvSpPr>
            <a:spLocks noGrp="1"/>
          </p:cNvSpPr>
          <p:nvPr>
            <p:ph type="body" sz="quarter" idx="15" hasCustomPrompt="1"/>
          </p:nvPr>
        </p:nvSpPr>
        <p:spPr>
          <a:xfrm>
            <a:off x="3494316" y="3384577"/>
            <a:ext cx="2383972" cy="4643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3" name="Text Placeholder 30"/>
          <p:cNvSpPr>
            <a:spLocks noGrp="1"/>
          </p:cNvSpPr>
          <p:nvPr>
            <p:ph type="body" sz="quarter" idx="16" hasCustomPrompt="1"/>
          </p:nvPr>
        </p:nvSpPr>
        <p:spPr>
          <a:xfrm>
            <a:off x="6281057" y="3751002"/>
            <a:ext cx="2383973" cy="154992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4" name="Text Placehold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6281057" y="3384577"/>
            <a:ext cx="2383973" cy="4643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5" name="Text Placeholder 30"/>
          <p:cNvSpPr>
            <a:spLocks noGrp="1"/>
          </p:cNvSpPr>
          <p:nvPr>
            <p:ph type="body" sz="quarter" idx="18" hasCustomPrompt="1"/>
          </p:nvPr>
        </p:nvSpPr>
        <p:spPr>
          <a:xfrm>
            <a:off x="9067800" y="3751002"/>
            <a:ext cx="2383972" cy="154992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6" name="Text Placeholder 15"/>
          <p:cNvSpPr>
            <a:spLocks noGrp="1"/>
          </p:cNvSpPr>
          <p:nvPr>
            <p:ph type="body" sz="quarter" idx="19" hasCustomPrompt="1"/>
          </p:nvPr>
        </p:nvSpPr>
        <p:spPr>
          <a:xfrm>
            <a:off x="9067800" y="3384577"/>
            <a:ext cx="2383972" cy="4643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kern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oduct Benefits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-4281" y="3429000"/>
            <a:ext cx="12196282" cy="342900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838200" y="-2355262"/>
            <a:ext cx="11353799" cy="5551580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1500"/>
              </a:spcBef>
              <a:buNone/>
              <a:defRPr sz="50000" baseline="0">
                <a:solidFill>
                  <a:schemeClr val="bg1">
                    <a:alpha val="5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lvl="0"/>
            <a:r>
              <a:rPr lang="en-US" dirty="0"/>
              <a:t>Benefits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6357DA-28E9-40D3-918C-4D14E8263D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838200" y="727508"/>
            <a:ext cx="10515600" cy="639955"/>
          </a:xfrm>
          <a:prstGeom prst="rect">
            <a:avLst/>
          </a:prstGeom>
        </p:spPr>
        <p:txBody>
          <a:bodyPr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38200" y="1453589"/>
            <a:ext cx="10515600" cy="151821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None/>
              <a:defRPr sz="1400" spc="1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-3250937" y="1278117"/>
            <a:ext cx="19788513" cy="25146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4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8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r>
              <a:rPr lang="en-US" dirty="0"/>
              <a:t>Company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253218" y="2685143"/>
            <a:ext cx="9685563" cy="1487714"/>
          </a:xfrm>
          <a:prstGeom prst="rect">
            <a:avLst/>
          </a:prstGeom>
        </p:spPr>
        <p:txBody>
          <a:bodyPr anchor="ctr"/>
          <a:lstStyle>
            <a:lvl1pPr algn="ctr">
              <a:defRPr sz="5000" cap="all" spc="200" baseline="0">
                <a:solidFill>
                  <a:schemeClr val="accent6">
                    <a:lumMod val="10000"/>
                    <a:lumOff val="90000"/>
                  </a:schemeClr>
                </a:solidFill>
                <a:latin typeface="Avenir Next LT Pro" panose="020B05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rket Comparison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6357DA-28E9-40D3-918C-4D14E8263D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4428271"/>
            <a:ext cx="2939143" cy="46908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4753993"/>
            <a:ext cx="2939143" cy="46908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8" hasCustomPrompt="1"/>
          </p:nvPr>
        </p:nvSpPr>
        <p:spPr>
          <a:xfrm>
            <a:off x="4626428" y="4428271"/>
            <a:ext cx="2939143" cy="46908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20" hasCustomPrompt="1"/>
          </p:nvPr>
        </p:nvSpPr>
        <p:spPr>
          <a:xfrm>
            <a:off x="4626428" y="4753993"/>
            <a:ext cx="2939143" cy="46908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8414657" y="4428271"/>
            <a:ext cx="2939143" cy="46908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23" hasCustomPrompt="1"/>
          </p:nvPr>
        </p:nvSpPr>
        <p:spPr>
          <a:xfrm>
            <a:off x="8414657" y="4753993"/>
            <a:ext cx="2939143" cy="46908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itle 1"/>
          <p:cNvSpPr>
            <a:spLocks noGrp="1"/>
          </p:cNvSpPr>
          <p:nvPr>
            <p:ph type="ctrTitle" hasCustomPrompt="1"/>
          </p:nvPr>
        </p:nvSpPr>
        <p:spPr>
          <a:xfrm>
            <a:off x="2989604" y="724868"/>
            <a:ext cx="6212793" cy="639955"/>
          </a:xfrm>
          <a:prstGeom prst="rect">
            <a:avLst/>
          </a:prstGeom>
        </p:spPr>
        <p:txBody>
          <a:bodyPr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Text Placeholder 14"/>
          <p:cNvSpPr>
            <a:spLocks noGrp="1"/>
          </p:cNvSpPr>
          <p:nvPr>
            <p:ph type="body" sz="quarter" idx="26" hasCustomPrompt="1"/>
          </p:nvPr>
        </p:nvSpPr>
        <p:spPr>
          <a:xfrm>
            <a:off x="1390331" y="2383034"/>
            <a:ext cx="1837944" cy="1837944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$3b</a:t>
            </a:r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27" hasCustomPrompt="1"/>
          </p:nvPr>
        </p:nvSpPr>
        <p:spPr>
          <a:xfrm>
            <a:off x="5178559" y="2383034"/>
            <a:ext cx="1837944" cy="1837944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$2b</a:t>
            </a:r>
          </a:p>
        </p:txBody>
      </p:sp>
      <p:sp>
        <p:nvSpPr>
          <p:cNvPr id="21" name="Text Placeholder 14"/>
          <p:cNvSpPr>
            <a:spLocks noGrp="1"/>
          </p:cNvSpPr>
          <p:nvPr>
            <p:ph type="body" sz="quarter" idx="28" hasCustomPrompt="1"/>
          </p:nvPr>
        </p:nvSpPr>
        <p:spPr>
          <a:xfrm>
            <a:off x="8966788" y="2383034"/>
            <a:ext cx="1837944" cy="1837944"/>
          </a:xfrm>
          <a:prstGeom prst="ellipse">
            <a:avLst/>
          </a:prstGeom>
          <a:solidFill>
            <a:schemeClr val="accent4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$1b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owth Strateg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2989603" y="727515"/>
            <a:ext cx="6212793" cy="639955"/>
          </a:xfrm>
          <a:prstGeom prst="rect">
            <a:avLst/>
          </a:prstGeom>
        </p:spPr>
        <p:txBody>
          <a:bodyPr anchor="ctr"/>
          <a:lstStyle>
            <a:lvl1pPr algn="ctr">
              <a:defRPr sz="2200" cap="all" spc="20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1780446" y="4192395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4"/>
          <p:cNvSpPr>
            <a:spLocks noGrp="1"/>
          </p:cNvSpPr>
          <p:nvPr>
            <p:ph type="body" sz="quarter" idx="29" hasCustomPrompt="1"/>
          </p:nvPr>
        </p:nvSpPr>
        <p:spPr>
          <a:xfrm>
            <a:off x="5009724" y="4192396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4"/>
          <p:cNvSpPr>
            <a:spLocks noGrp="1"/>
          </p:cNvSpPr>
          <p:nvPr>
            <p:ph type="body" sz="quarter" idx="30" hasCustomPrompt="1"/>
          </p:nvPr>
        </p:nvSpPr>
        <p:spPr>
          <a:xfrm>
            <a:off x="8153400" y="4192395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 Placeholder 10"/>
          <p:cNvSpPr>
            <a:spLocks noGrp="1"/>
          </p:cNvSpPr>
          <p:nvPr>
            <p:ph type="body" sz="quarter" idx="33" hasCustomPrompt="1"/>
          </p:nvPr>
        </p:nvSpPr>
        <p:spPr>
          <a:xfrm>
            <a:off x="2989603" y="1124727"/>
            <a:ext cx="6212793" cy="56889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cap="none" spc="100" baseline="0">
                <a:solidFill>
                  <a:schemeClr val="accent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9" name="Text Placeholder 14"/>
          <p:cNvSpPr>
            <a:spLocks noGrp="1"/>
          </p:cNvSpPr>
          <p:nvPr>
            <p:ph type="body" sz="quarter" idx="26" hasCustomPrompt="1"/>
          </p:nvPr>
        </p:nvSpPr>
        <p:spPr>
          <a:xfrm>
            <a:off x="2206278" y="2482446"/>
            <a:ext cx="1581912" cy="1581912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27" hasCustomPrompt="1"/>
          </p:nvPr>
        </p:nvSpPr>
        <p:spPr>
          <a:xfrm>
            <a:off x="5426320" y="2482446"/>
            <a:ext cx="1581912" cy="1581912"/>
          </a:xfrm>
          <a:prstGeom prst="ellipse">
            <a:avLst/>
          </a:prstGeom>
          <a:solidFill>
            <a:schemeClr val="accent4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1" name="Text Placeholder 14"/>
          <p:cNvSpPr>
            <a:spLocks noGrp="1"/>
          </p:cNvSpPr>
          <p:nvPr>
            <p:ph type="body" sz="quarter" idx="28" hasCustomPrompt="1"/>
          </p:nvPr>
        </p:nvSpPr>
        <p:spPr>
          <a:xfrm>
            <a:off x="8569996" y="2482446"/>
            <a:ext cx="1581912" cy="1581912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eet Our Team 4-Up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29" hasCustomPrompt="1"/>
          </p:nvPr>
        </p:nvSpPr>
        <p:spPr>
          <a:xfrm>
            <a:off x="1" y="1"/>
            <a:ext cx="12192000" cy="25146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35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5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r>
              <a:rPr lang="en-US" dirty="0"/>
              <a:t>Team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6357DA-28E9-40D3-918C-4D14E8263D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2933903" y="1655011"/>
            <a:ext cx="6324194" cy="639955"/>
          </a:xfrm>
          <a:prstGeom prst="rect">
            <a:avLst/>
          </a:prstGeom>
        </p:spPr>
        <p:txBody>
          <a:bodyPr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1644345" y="2757949"/>
            <a:ext cx="1451493" cy="146222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8" hasCustomPrompt="1"/>
          </p:nvPr>
        </p:nvSpPr>
        <p:spPr>
          <a:xfrm>
            <a:off x="1204655" y="4463647"/>
            <a:ext cx="2330873" cy="44229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1204655" y="4779469"/>
            <a:ext cx="2330873" cy="442298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20" hasCustomPrompt="1"/>
          </p:nvPr>
        </p:nvSpPr>
        <p:spPr>
          <a:xfrm>
            <a:off x="4133091" y="2757949"/>
            <a:ext cx="1451493" cy="146222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21" hasCustomPrompt="1"/>
          </p:nvPr>
        </p:nvSpPr>
        <p:spPr>
          <a:xfrm>
            <a:off x="6621836" y="2757949"/>
            <a:ext cx="1451493" cy="146222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22" hasCustomPrompt="1"/>
          </p:nvPr>
        </p:nvSpPr>
        <p:spPr>
          <a:xfrm>
            <a:off x="9110582" y="2757949"/>
            <a:ext cx="1451493" cy="146222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 hasCustomPrompt="1"/>
          </p:nvPr>
        </p:nvSpPr>
        <p:spPr>
          <a:xfrm>
            <a:off x="3693400" y="4463647"/>
            <a:ext cx="2330874" cy="44229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24" hasCustomPrompt="1"/>
          </p:nvPr>
        </p:nvSpPr>
        <p:spPr>
          <a:xfrm>
            <a:off x="3693400" y="4779469"/>
            <a:ext cx="2330874" cy="442298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25" hasCustomPrompt="1"/>
          </p:nvPr>
        </p:nvSpPr>
        <p:spPr>
          <a:xfrm>
            <a:off x="6182145" y="4463647"/>
            <a:ext cx="2330875" cy="44229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18" name="Text Placeholder 10"/>
          <p:cNvSpPr>
            <a:spLocks noGrp="1"/>
          </p:cNvSpPr>
          <p:nvPr>
            <p:ph type="body" sz="quarter" idx="26" hasCustomPrompt="1"/>
          </p:nvPr>
        </p:nvSpPr>
        <p:spPr>
          <a:xfrm>
            <a:off x="6182145" y="4779469"/>
            <a:ext cx="2330875" cy="442298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27" hasCustomPrompt="1"/>
          </p:nvPr>
        </p:nvSpPr>
        <p:spPr>
          <a:xfrm>
            <a:off x="8670891" y="4463647"/>
            <a:ext cx="2330875" cy="44229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20" name="Text Placeholder 10"/>
          <p:cNvSpPr>
            <a:spLocks noGrp="1"/>
          </p:cNvSpPr>
          <p:nvPr>
            <p:ph type="body" sz="quarter" idx="28" hasCustomPrompt="1"/>
          </p:nvPr>
        </p:nvSpPr>
        <p:spPr>
          <a:xfrm>
            <a:off x="8670891" y="4779469"/>
            <a:ext cx="2330875" cy="442298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Overvie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0"/>
            <a:ext cx="13879773" cy="25146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4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8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r>
              <a:rPr lang="en-US" dirty="0"/>
              <a:t>Market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7075483" y="1941509"/>
            <a:ext cx="4386945" cy="639955"/>
          </a:xfrm>
          <a:prstGeom prst="rect">
            <a:avLst/>
          </a:prstGeom>
        </p:spPr>
        <p:txBody>
          <a:bodyPr anchor="ctr"/>
          <a:lstStyle>
            <a:lvl1pPr algn="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20" hasCustomPrompt="1"/>
          </p:nvPr>
        </p:nvSpPr>
        <p:spPr>
          <a:xfrm>
            <a:off x="860223" y="4076963"/>
            <a:ext cx="2834640" cy="1151633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070773" y="2806964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000" kern="0" cap="all" spc="4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1" name="Text Placeholder 14"/>
          <p:cNvSpPr>
            <a:spLocks noGrp="1"/>
          </p:cNvSpPr>
          <p:nvPr>
            <p:ph type="body" sz="quarter" idx="21" hasCustomPrompt="1"/>
          </p:nvPr>
        </p:nvSpPr>
        <p:spPr>
          <a:xfrm>
            <a:off x="4728372" y="4076963"/>
            <a:ext cx="2833338" cy="1151633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2" name="Text Placeholder 14"/>
          <p:cNvSpPr>
            <a:spLocks noGrp="1"/>
          </p:cNvSpPr>
          <p:nvPr>
            <p:ph type="body" sz="quarter" idx="23" hasCustomPrompt="1"/>
          </p:nvPr>
        </p:nvSpPr>
        <p:spPr>
          <a:xfrm>
            <a:off x="8595219" y="4076963"/>
            <a:ext cx="2833339" cy="1151633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860223" y="3939883"/>
            <a:ext cx="290367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0"/>
          <p:cNvSpPr>
            <a:spLocks noGrp="1"/>
          </p:cNvSpPr>
          <p:nvPr>
            <p:ph type="body" sz="quarter" idx="24" hasCustomPrompt="1"/>
          </p:nvPr>
        </p:nvSpPr>
        <p:spPr>
          <a:xfrm>
            <a:off x="4937619" y="2806964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000" kern="0" cap="all" spc="4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5" hasCustomPrompt="1"/>
          </p:nvPr>
        </p:nvSpPr>
        <p:spPr>
          <a:xfrm>
            <a:off x="8804467" y="2806964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000" kern="0" cap="all" spc="4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cxnSp>
        <p:nvCxnSpPr>
          <p:cNvPr id="27" name="Straight Connector 26"/>
          <p:cNvCxnSpPr/>
          <p:nvPr userDrawn="1"/>
        </p:nvCxnSpPr>
        <p:spPr>
          <a:xfrm>
            <a:off x="8593917" y="3939883"/>
            <a:ext cx="27411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 userDrawn="1"/>
        </p:nvCxnSpPr>
        <p:spPr>
          <a:xfrm>
            <a:off x="4727069" y="3939883"/>
            <a:ext cx="290367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 userDrawn="1"/>
        </p:nvCxnSpPr>
        <p:spPr>
          <a:xfrm>
            <a:off x="8593917" y="3939883"/>
            <a:ext cx="290367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6236499" y="1425477"/>
            <a:ext cx="1706965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8" name="Text Placeholder 14"/>
          <p:cNvSpPr>
            <a:spLocks noGrp="1"/>
          </p:cNvSpPr>
          <p:nvPr>
            <p:ph type="body" sz="quarter" idx="17" hasCustomPrompt="1"/>
          </p:nvPr>
        </p:nvSpPr>
        <p:spPr>
          <a:xfrm>
            <a:off x="6236499" y="5294320"/>
            <a:ext cx="1706965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9" hasCustomPrompt="1"/>
          </p:nvPr>
        </p:nvSpPr>
        <p:spPr>
          <a:xfrm>
            <a:off x="9440311" y="3354359"/>
            <a:ext cx="1380681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1" name="Text Placeholder 14"/>
          <p:cNvSpPr>
            <a:spLocks noGrp="1"/>
          </p:cNvSpPr>
          <p:nvPr>
            <p:ph type="body" sz="quarter" idx="20" hasCustomPrompt="1"/>
          </p:nvPr>
        </p:nvSpPr>
        <p:spPr>
          <a:xfrm>
            <a:off x="4743347" y="2194947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3" name="Text Placeholder 14"/>
          <p:cNvSpPr>
            <a:spLocks noGrp="1"/>
          </p:cNvSpPr>
          <p:nvPr>
            <p:ph type="body" sz="quarter" idx="21" hasCustomPrompt="1"/>
          </p:nvPr>
        </p:nvSpPr>
        <p:spPr>
          <a:xfrm>
            <a:off x="5179839" y="4307664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2" hasCustomPrompt="1"/>
          </p:nvPr>
        </p:nvSpPr>
        <p:spPr>
          <a:xfrm>
            <a:off x="3642362" y="4439394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7" name="Text Placeholder 14"/>
          <p:cNvSpPr>
            <a:spLocks noGrp="1"/>
          </p:cNvSpPr>
          <p:nvPr>
            <p:ph type="body" sz="quarter" idx="23" hasCustomPrompt="1"/>
          </p:nvPr>
        </p:nvSpPr>
        <p:spPr>
          <a:xfrm>
            <a:off x="7398712" y="4008089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25" hasCustomPrompt="1"/>
          </p:nvPr>
        </p:nvSpPr>
        <p:spPr>
          <a:xfrm>
            <a:off x="3543692" y="3354359"/>
            <a:ext cx="1209143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cxnSp>
        <p:nvCxnSpPr>
          <p:cNvPr id="21" name="Straight Connector 20"/>
          <p:cNvCxnSpPr/>
          <p:nvPr userDrawn="1"/>
        </p:nvCxnSpPr>
        <p:spPr>
          <a:xfrm>
            <a:off x="4756662" y="3600372"/>
            <a:ext cx="468364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 flipV="1">
            <a:off x="7089982" y="1917502"/>
            <a:ext cx="4678" cy="337681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14"/>
          <p:cNvSpPr>
            <a:spLocks noGrp="1"/>
          </p:cNvSpPr>
          <p:nvPr>
            <p:ph type="body" sz="quarter" idx="26" hasCustomPrompt="1"/>
          </p:nvPr>
        </p:nvSpPr>
        <p:spPr>
          <a:xfrm>
            <a:off x="7752879" y="1954712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9" name="Text Placeholder 14"/>
          <p:cNvSpPr>
            <a:spLocks noGrp="1"/>
          </p:cNvSpPr>
          <p:nvPr>
            <p:ph type="body" sz="quarter" idx="24" hasCustomPrompt="1"/>
          </p:nvPr>
        </p:nvSpPr>
        <p:spPr>
          <a:xfrm>
            <a:off x="8859355" y="4708093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6" name="Title 1"/>
          <p:cNvSpPr>
            <a:spLocks noGrp="1"/>
          </p:cNvSpPr>
          <p:nvPr>
            <p:ph type="ctrTitle" hasCustomPrompt="1"/>
          </p:nvPr>
        </p:nvSpPr>
        <p:spPr>
          <a:xfrm>
            <a:off x="832040" y="722218"/>
            <a:ext cx="4386945" cy="639955"/>
          </a:xfrm>
          <a:prstGeom prst="rect">
            <a:avLst/>
          </a:prstGeom>
        </p:spPr>
        <p:txBody>
          <a:bodyPr anchor="ctr"/>
          <a:lstStyle>
            <a:lvl1pPr algn="l">
              <a:defRPr sz="2200" cap="all" spc="20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ctio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3160939" y="725448"/>
            <a:ext cx="5870122" cy="639955"/>
          </a:xfrm>
          <a:prstGeom prst="rect">
            <a:avLst/>
          </a:prstGeom>
        </p:spPr>
        <p:txBody>
          <a:bodyPr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25" hasCustomPrompt="1"/>
          </p:nvPr>
        </p:nvSpPr>
        <p:spPr>
          <a:xfrm>
            <a:off x="6274141" y="2326023"/>
            <a:ext cx="4998576" cy="4487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1" name="Text Placeholder 10"/>
          <p:cNvSpPr>
            <a:spLocks noGrp="1"/>
          </p:cNvSpPr>
          <p:nvPr>
            <p:ph type="body" sz="quarter" idx="34" hasCustomPrompt="1"/>
          </p:nvPr>
        </p:nvSpPr>
        <p:spPr>
          <a:xfrm>
            <a:off x="910838" y="2326023"/>
            <a:ext cx="5007023" cy="4487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7" name="Text Placeholder 10"/>
          <p:cNvSpPr>
            <a:spLocks noGrp="1"/>
          </p:cNvSpPr>
          <p:nvPr>
            <p:ph type="body" sz="quarter" idx="33" hasCustomPrompt="1"/>
          </p:nvPr>
        </p:nvSpPr>
        <p:spPr>
          <a:xfrm>
            <a:off x="3160940" y="1113029"/>
            <a:ext cx="5870121" cy="56889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cap="none" spc="100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36"/>
          </p:nvPr>
        </p:nvSpPr>
        <p:spPr>
          <a:xfrm>
            <a:off x="906949" y="2925763"/>
            <a:ext cx="5010912" cy="2651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14"/>
          <p:cNvSpPr>
            <a:spLocks noGrp="1"/>
          </p:cNvSpPr>
          <p:nvPr>
            <p:ph sz="quarter" idx="37"/>
          </p:nvPr>
        </p:nvSpPr>
        <p:spPr>
          <a:xfrm>
            <a:off x="6261805" y="2874716"/>
            <a:ext cx="5010912" cy="2651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Year Action 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832040" y="724868"/>
            <a:ext cx="4386945" cy="639955"/>
          </a:xfrm>
          <a:prstGeom prst="rect">
            <a:avLst/>
          </a:prstGeom>
        </p:spPr>
        <p:txBody>
          <a:bodyPr anchor="ctr"/>
          <a:lstStyle>
            <a:lvl1pPr algn="l">
              <a:defRPr sz="2200" cap="all" spc="20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7" hasCustomPrompt="1"/>
          </p:nvPr>
        </p:nvSpPr>
        <p:spPr>
          <a:xfrm>
            <a:off x="1712346" y="302793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2501761" y="302793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4"/>
          <p:cNvSpPr>
            <a:spLocks noGrp="1"/>
          </p:cNvSpPr>
          <p:nvPr>
            <p:ph type="body" sz="quarter" idx="19" hasCustomPrompt="1"/>
          </p:nvPr>
        </p:nvSpPr>
        <p:spPr>
          <a:xfrm>
            <a:off x="3230365" y="3027930"/>
            <a:ext cx="615309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 Placeholder 14"/>
          <p:cNvSpPr>
            <a:spLocks noGrp="1"/>
          </p:cNvSpPr>
          <p:nvPr>
            <p:ph type="body" sz="quarter" idx="20" hasCustomPrompt="1"/>
          </p:nvPr>
        </p:nvSpPr>
        <p:spPr>
          <a:xfrm>
            <a:off x="4080591" y="302793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4"/>
          <p:cNvSpPr>
            <a:spLocks noGrp="1"/>
          </p:cNvSpPr>
          <p:nvPr>
            <p:ph type="body" sz="quarter" idx="21" hasCustomPrompt="1"/>
          </p:nvPr>
        </p:nvSpPr>
        <p:spPr>
          <a:xfrm>
            <a:off x="4810807" y="3027930"/>
            <a:ext cx="61531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22" hasCustomPrompt="1"/>
          </p:nvPr>
        </p:nvSpPr>
        <p:spPr>
          <a:xfrm>
            <a:off x="5659421" y="302793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Text Placeholder 14"/>
          <p:cNvSpPr>
            <a:spLocks noGrp="1"/>
          </p:cNvSpPr>
          <p:nvPr>
            <p:ph type="body" sz="quarter" idx="23" hasCustomPrompt="1"/>
          </p:nvPr>
        </p:nvSpPr>
        <p:spPr>
          <a:xfrm>
            <a:off x="6448836" y="302793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2" name="Text Placeholder 14"/>
          <p:cNvSpPr>
            <a:spLocks noGrp="1"/>
          </p:cNvSpPr>
          <p:nvPr>
            <p:ph type="body" sz="quarter" idx="24" hasCustomPrompt="1"/>
          </p:nvPr>
        </p:nvSpPr>
        <p:spPr>
          <a:xfrm>
            <a:off x="7177978" y="3027930"/>
            <a:ext cx="61531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4"/>
          <p:cNvSpPr>
            <a:spLocks noGrp="1"/>
          </p:cNvSpPr>
          <p:nvPr>
            <p:ph type="body" sz="quarter" idx="25" hasCustomPrompt="1"/>
          </p:nvPr>
        </p:nvSpPr>
        <p:spPr>
          <a:xfrm>
            <a:off x="8027666" y="302793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4"/>
          <p:cNvSpPr>
            <a:spLocks noGrp="1"/>
          </p:cNvSpPr>
          <p:nvPr>
            <p:ph type="body" sz="quarter" idx="26" hasCustomPrompt="1"/>
          </p:nvPr>
        </p:nvSpPr>
        <p:spPr>
          <a:xfrm>
            <a:off x="8817081" y="302793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Text Placeholder 14"/>
          <p:cNvSpPr>
            <a:spLocks noGrp="1"/>
          </p:cNvSpPr>
          <p:nvPr>
            <p:ph type="body" sz="quarter" idx="27" hasCustomPrompt="1"/>
          </p:nvPr>
        </p:nvSpPr>
        <p:spPr>
          <a:xfrm>
            <a:off x="9546420" y="3027930"/>
            <a:ext cx="61531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4"/>
          <p:cNvSpPr>
            <a:spLocks noGrp="1"/>
          </p:cNvSpPr>
          <p:nvPr>
            <p:ph type="body" sz="quarter" idx="28" hasCustomPrompt="1"/>
          </p:nvPr>
        </p:nvSpPr>
        <p:spPr>
          <a:xfrm>
            <a:off x="10395907" y="302793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Text Placeholder 14"/>
          <p:cNvSpPr>
            <a:spLocks noGrp="1"/>
          </p:cNvSpPr>
          <p:nvPr>
            <p:ph type="body" sz="quarter" idx="29" hasCustomPrompt="1"/>
          </p:nvPr>
        </p:nvSpPr>
        <p:spPr>
          <a:xfrm>
            <a:off x="1712346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4"/>
          <p:cNvSpPr>
            <a:spLocks noGrp="1"/>
          </p:cNvSpPr>
          <p:nvPr>
            <p:ph type="body" sz="quarter" idx="30" hasCustomPrompt="1"/>
          </p:nvPr>
        </p:nvSpPr>
        <p:spPr>
          <a:xfrm>
            <a:off x="250176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4"/>
          <p:cNvSpPr>
            <a:spLocks noGrp="1"/>
          </p:cNvSpPr>
          <p:nvPr>
            <p:ph type="body" sz="quarter" idx="31" hasCustomPrompt="1"/>
          </p:nvPr>
        </p:nvSpPr>
        <p:spPr>
          <a:xfrm>
            <a:off x="3230365" y="4871997"/>
            <a:ext cx="615309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4"/>
          <p:cNvSpPr>
            <a:spLocks noGrp="1"/>
          </p:cNvSpPr>
          <p:nvPr>
            <p:ph type="body" sz="quarter" idx="32" hasCustomPrompt="1"/>
          </p:nvPr>
        </p:nvSpPr>
        <p:spPr>
          <a:xfrm>
            <a:off x="408059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4"/>
          <p:cNvSpPr>
            <a:spLocks noGrp="1"/>
          </p:cNvSpPr>
          <p:nvPr>
            <p:ph type="body" sz="quarter" idx="33" hasCustomPrompt="1"/>
          </p:nvPr>
        </p:nvSpPr>
        <p:spPr>
          <a:xfrm>
            <a:off x="4810807" y="4871997"/>
            <a:ext cx="61531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2" name="Text Placeholder 14"/>
          <p:cNvSpPr>
            <a:spLocks noGrp="1"/>
          </p:cNvSpPr>
          <p:nvPr>
            <p:ph type="body" sz="quarter" idx="34" hasCustomPrompt="1"/>
          </p:nvPr>
        </p:nvSpPr>
        <p:spPr>
          <a:xfrm>
            <a:off x="565942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4"/>
          <p:cNvSpPr>
            <a:spLocks noGrp="1"/>
          </p:cNvSpPr>
          <p:nvPr>
            <p:ph type="body" sz="quarter" idx="35" hasCustomPrompt="1"/>
          </p:nvPr>
        </p:nvSpPr>
        <p:spPr>
          <a:xfrm>
            <a:off x="6448836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4" name="Text Placeholder 14"/>
          <p:cNvSpPr>
            <a:spLocks noGrp="1"/>
          </p:cNvSpPr>
          <p:nvPr>
            <p:ph type="body" sz="quarter" idx="36" hasCustomPrompt="1"/>
          </p:nvPr>
        </p:nvSpPr>
        <p:spPr>
          <a:xfrm>
            <a:off x="7177978" y="4871997"/>
            <a:ext cx="61531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5" name="Text Placeholder 14"/>
          <p:cNvSpPr>
            <a:spLocks noGrp="1"/>
          </p:cNvSpPr>
          <p:nvPr>
            <p:ph type="body" sz="quarter" idx="37" hasCustomPrompt="1"/>
          </p:nvPr>
        </p:nvSpPr>
        <p:spPr>
          <a:xfrm>
            <a:off x="8027666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6" name="Text Placeholder 14"/>
          <p:cNvSpPr>
            <a:spLocks noGrp="1"/>
          </p:cNvSpPr>
          <p:nvPr>
            <p:ph type="body" sz="quarter" idx="38" hasCustomPrompt="1"/>
          </p:nvPr>
        </p:nvSpPr>
        <p:spPr>
          <a:xfrm>
            <a:off x="881708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7" name="Text Placeholder 14"/>
          <p:cNvSpPr>
            <a:spLocks noGrp="1"/>
          </p:cNvSpPr>
          <p:nvPr>
            <p:ph type="body" sz="quarter" idx="39" hasCustomPrompt="1"/>
          </p:nvPr>
        </p:nvSpPr>
        <p:spPr>
          <a:xfrm>
            <a:off x="9546420" y="4871997"/>
            <a:ext cx="61531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8" name="Text Placeholder 14"/>
          <p:cNvSpPr>
            <a:spLocks noGrp="1"/>
          </p:cNvSpPr>
          <p:nvPr>
            <p:ph type="body" sz="quarter" idx="40" hasCustomPrompt="1"/>
          </p:nvPr>
        </p:nvSpPr>
        <p:spPr>
          <a:xfrm>
            <a:off x="10395907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1" name="Text Placeholder 14"/>
          <p:cNvSpPr>
            <a:spLocks noGrp="1"/>
          </p:cNvSpPr>
          <p:nvPr>
            <p:ph type="body" sz="quarter" idx="41" hasCustomPrompt="1"/>
          </p:nvPr>
        </p:nvSpPr>
        <p:spPr>
          <a:xfrm>
            <a:off x="696804" y="2618463"/>
            <a:ext cx="1021001" cy="5017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year</a:t>
            </a:r>
          </a:p>
        </p:txBody>
      </p:sp>
      <p:sp>
        <p:nvSpPr>
          <p:cNvPr id="52" name="Text Placeholder 14"/>
          <p:cNvSpPr>
            <a:spLocks noGrp="1"/>
          </p:cNvSpPr>
          <p:nvPr>
            <p:ph type="body" sz="quarter" idx="42" hasCustomPrompt="1"/>
          </p:nvPr>
        </p:nvSpPr>
        <p:spPr>
          <a:xfrm>
            <a:off x="696804" y="4449901"/>
            <a:ext cx="1021001" cy="5017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year</a:t>
            </a:r>
          </a:p>
        </p:txBody>
      </p:sp>
      <p:sp>
        <p:nvSpPr>
          <p:cNvPr id="53" name="Text Placeholder 14"/>
          <p:cNvSpPr>
            <a:spLocks noGrp="1"/>
          </p:cNvSpPr>
          <p:nvPr>
            <p:ph type="body" sz="quarter" idx="43" hasCustomPrompt="1"/>
          </p:nvPr>
        </p:nvSpPr>
        <p:spPr>
          <a:xfrm>
            <a:off x="2029367" y="2058310"/>
            <a:ext cx="1440088" cy="469597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4" name="Text Placeholder 14"/>
          <p:cNvSpPr>
            <a:spLocks noGrp="1"/>
          </p:cNvSpPr>
          <p:nvPr>
            <p:ph type="body" sz="quarter" idx="44" hasCustomPrompt="1"/>
          </p:nvPr>
        </p:nvSpPr>
        <p:spPr>
          <a:xfrm>
            <a:off x="4397612" y="2058310"/>
            <a:ext cx="1440088" cy="469597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5" name="Text Placeholder 14"/>
          <p:cNvSpPr>
            <a:spLocks noGrp="1"/>
          </p:cNvSpPr>
          <p:nvPr>
            <p:ph type="body" sz="quarter" idx="45" hasCustomPrompt="1"/>
          </p:nvPr>
        </p:nvSpPr>
        <p:spPr>
          <a:xfrm>
            <a:off x="8344687" y="2058310"/>
            <a:ext cx="1440088" cy="469597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6" name="Text Placeholder 14"/>
          <p:cNvSpPr>
            <a:spLocks noGrp="1"/>
          </p:cNvSpPr>
          <p:nvPr>
            <p:ph type="body" sz="quarter" idx="46" hasCustomPrompt="1"/>
          </p:nvPr>
        </p:nvSpPr>
        <p:spPr>
          <a:xfrm>
            <a:off x="2029367" y="4003137"/>
            <a:ext cx="1440088" cy="40878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7" name="Text Placeholder 14"/>
          <p:cNvSpPr>
            <a:spLocks noGrp="1"/>
          </p:cNvSpPr>
          <p:nvPr>
            <p:ph type="body" sz="quarter" idx="47" hasCustomPrompt="1"/>
          </p:nvPr>
        </p:nvSpPr>
        <p:spPr>
          <a:xfrm>
            <a:off x="5976442" y="4003137"/>
            <a:ext cx="1440088" cy="40878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none" spc="100" baseline="0">
                <a:solidFill>
                  <a:schemeClr val="accent3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Text Placeholder 14"/>
          <p:cNvSpPr>
            <a:spLocks noGrp="1"/>
          </p:cNvSpPr>
          <p:nvPr>
            <p:ph type="body" sz="quarter" idx="48" hasCustomPrompt="1"/>
          </p:nvPr>
        </p:nvSpPr>
        <p:spPr>
          <a:xfrm>
            <a:off x="9923517" y="4003137"/>
            <a:ext cx="1440088" cy="40878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Our Team 8-Up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6357DA-28E9-40D3-918C-4D14E8263D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9"/>
          <p:cNvSpPr>
            <a:spLocks noGrp="1"/>
          </p:cNvSpPr>
          <p:nvPr>
            <p:ph type="pic" sz="quarter" idx="16" hasCustomPrompt="1"/>
          </p:nvPr>
        </p:nvSpPr>
        <p:spPr>
          <a:xfrm>
            <a:off x="1979488" y="1979244"/>
            <a:ext cx="1097876" cy="109787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" name="Text Placeholder 14"/>
          <p:cNvSpPr>
            <a:spLocks noGrp="1"/>
          </p:cNvSpPr>
          <p:nvPr>
            <p:ph type="body" sz="quarter" idx="20" hasCustomPrompt="1"/>
          </p:nvPr>
        </p:nvSpPr>
        <p:spPr>
          <a:xfrm>
            <a:off x="1485529" y="3495484"/>
            <a:ext cx="2085792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1" name="Text Placeholder 14"/>
          <p:cNvSpPr>
            <a:spLocks noGrp="1"/>
          </p:cNvSpPr>
          <p:nvPr>
            <p:ph type="body" sz="quarter" idx="21" hasCustomPrompt="1"/>
          </p:nvPr>
        </p:nvSpPr>
        <p:spPr>
          <a:xfrm>
            <a:off x="3859819" y="3269516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12" name="Text Placeholder 14"/>
          <p:cNvSpPr>
            <a:spLocks noGrp="1"/>
          </p:cNvSpPr>
          <p:nvPr>
            <p:ph type="body" sz="quarter" idx="22" hasCustomPrompt="1"/>
          </p:nvPr>
        </p:nvSpPr>
        <p:spPr>
          <a:xfrm>
            <a:off x="3859818" y="3495484"/>
            <a:ext cx="2085793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3" name="Text Placeholder 14"/>
          <p:cNvSpPr>
            <a:spLocks noGrp="1"/>
          </p:cNvSpPr>
          <p:nvPr>
            <p:ph type="body" sz="quarter" idx="23" hasCustomPrompt="1"/>
          </p:nvPr>
        </p:nvSpPr>
        <p:spPr>
          <a:xfrm>
            <a:off x="6234108" y="3269684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14" name="Text Placeholder 14"/>
          <p:cNvSpPr>
            <a:spLocks noGrp="1"/>
          </p:cNvSpPr>
          <p:nvPr>
            <p:ph type="body" sz="quarter" idx="24" hasCustomPrompt="1"/>
          </p:nvPr>
        </p:nvSpPr>
        <p:spPr>
          <a:xfrm>
            <a:off x="6234107" y="3495484"/>
            <a:ext cx="2085791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5" hasCustomPrompt="1"/>
          </p:nvPr>
        </p:nvSpPr>
        <p:spPr>
          <a:xfrm>
            <a:off x="8608394" y="3269516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16" name="Text Placeholder 14"/>
          <p:cNvSpPr>
            <a:spLocks noGrp="1"/>
          </p:cNvSpPr>
          <p:nvPr>
            <p:ph type="body" sz="quarter" idx="26" hasCustomPrompt="1"/>
          </p:nvPr>
        </p:nvSpPr>
        <p:spPr>
          <a:xfrm>
            <a:off x="8608391" y="3495484"/>
            <a:ext cx="2085791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8" name="Text Placeholder 14"/>
          <p:cNvSpPr>
            <a:spLocks noGrp="1"/>
          </p:cNvSpPr>
          <p:nvPr>
            <p:ph type="body" sz="quarter" idx="46" hasCustomPrompt="1"/>
          </p:nvPr>
        </p:nvSpPr>
        <p:spPr>
          <a:xfrm>
            <a:off x="1485530" y="3269516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47" name="Text Placeholder 14"/>
          <p:cNvSpPr>
            <a:spLocks noGrp="1"/>
          </p:cNvSpPr>
          <p:nvPr>
            <p:ph type="body" sz="quarter" idx="48" hasCustomPrompt="1"/>
          </p:nvPr>
        </p:nvSpPr>
        <p:spPr>
          <a:xfrm>
            <a:off x="1485442" y="5546241"/>
            <a:ext cx="2085792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48" name="Text Placeholder 14"/>
          <p:cNvSpPr>
            <a:spLocks noGrp="1"/>
          </p:cNvSpPr>
          <p:nvPr>
            <p:ph type="body" sz="quarter" idx="49" hasCustomPrompt="1"/>
          </p:nvPr>
        </p:nvSpPr>
        <p:spPr>
          <a:xfrm>
            <a:off x="3859819" y="532027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49" name="Text Placeholder 14"/>
          <p:cNvSpPr>
            <a:spLocks noGrp="1"/>
          </p:cNvSpPr>
          <p:nvPr>
            <p:ph type="body" sz="quarter" idx="50" hasCustomPrompt="1"/>
          </p:nvPr>
        </p:nvSpPr>
        <p:spPr>
          <a:xfrm>
            <a:off x="3859730" y="5546241"/>
            <a:ext cx="2085793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50" name="Text Placeholder 14"/>
          <p:cNvSpPr>
            <a:spLocks noGrp="1"/>
          </p:cNvSpPr>
          <p:nvPr>
            <p:ph type="body" sz="quarter" idx="51" hasCustomPrompt="1"/>
          </p:nvPr>
        </p:nvSpPr>
        <p:spPr>
          <a:xfrm>
            <a:off x="6234108" y="5320441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51" name="Text Placeholder 14"/>
          <p:cNvSpPr>
            <a:spLocks noGrp="1"/>
          </p:cNvSpPr>
          <p:nvPr>
            <p:ph type="body" sz="quarter" idx="52" hasCustomPrompt="1"/>
          </p:nvPr>
        </p:nvSpPr>
        <p:spPr>
          <a:xfrm>
            <a:off x="6234063" y="5546241"/>
            <a:ext cx="2085791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52" name="Text Placeholder 14"/>
          <p:cNvSpPr>
            <a:spLocks noGrp="1"/>
          </p:cNvSpPr>
          <p:nvPr>
            <p:ph type="body" sz="quarter" idx="53" hasCustomPrompt="1"/>
          </p:nvPr>
        </p:nvSpPr>
        <p:spPr>
          <a:xfrm>
            <a:off x="8608394" y="532027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53" name="Text Placeholder 14"/>
          <p:cNvSpPr>
            <a:spLocks noGrp="1"/>
          </p:cNvSpPr>
          <p:nvPr>
            <p:ph type="body" sz="quarter" idx="54" hasCustomPrompt="1"/>
          </p:nvPr>
        </p:nvSpPr>
        <p:spPr>
          <a:xfrm>
            <a:off x="8608391" y="5546241"/>
            <a:ext cx="2085791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57" name="Text Placeholder 14"/>
          <p:cNvSpPr>
            <a:spLocks noGrp="1"/>
          </p:cNvSpPr>
          <p:nvPr>
            <p:ph type="body" sz="quarter" idx="58" hasCustomPrompt="1"/>
          </p:nvPr>
        </p:nvSpPr>
        <p:spPr>
          <a:xfrm>
            <a:off x="1485530" y="532027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33" name="Picture Placeholder 9"/>
          <p:cNvSpPr>
            <a:spLocks noGrp="1"/>
          </p:cNvSpPr>
          <p:nvPr>
            <p:ph type="pic" sz="quarter" idx="59" hasCustomPrompt="1"/>
          </p:nvPr>
        </p:nvSpPr>
        <p:spPr>
          <a:xfrm>
            <a:off x="4353776" y="1979244"/>
            <a:ext cx="1097876" cy="109787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9" name="Picture Placeholder 9"/>
          <p:cNvSpPr>
            <a:spLocks noGrp="1"/>
          </p:cNvSpPr>
          <p:nvPr>
            <p:ph type="pic" sz="quarter" idx="60" hasCustomPrompt="1"/>
          </p:nvPr>
        </p:nvSpPr>
        <p:spPr>
          <a:xfrm>
            <a:off x="6728064" y="1979244"/>
            <a:ext cx="1097876" cy="109787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0" name="Picture Placeholder 9"/>
          <p:cNvSpPr>
            <a:spLocks noGrp="1"/>
          </p:cNvSpPr>
          <p:nvPr>
            <p:ph type="pic" sz="quarter" idx="61" hasCustomPrompt="1"/>
          </p:nvPr>
        </p:nvSpPr>
        <p:spPr>
          <a:xfrm>
            <a:off x="9102352" y="1979244"/>
            <a:ext cx="1097876" cy="109787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1" name="Picture Placeholder 9"/>
          <p:cNvSpPr>
            <a:spLocks noGrp="1"/>
          </p:cNvSpPr>
          <p:nvPr>
            <p:ph type="pic" sz="quarter" idx="62" hasCustomPrompt="1"/>
          </p:nvPr>
        </p:nvSpPr>
        <p:spPr>
          <a:xfrm>
            <a:off x="1979488" y="4028080"/>
            <a:ext cx="1097876" cy="109787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2" name="Picture Placeholder 9"/>
          <p:cNvSpPr>
            <a:spLocks noGrp="1"/>
          </p:cNvSpPr>
          <p:nvPr>
            <p:ph type="pic" sz="quarter" idx="63" hasCustomPrompt="1"/>
          </p:nvPr>
        </p:nvSpPr>
        <p:spPr>
          <a:xfrm>
            <a:off x="4353776" y="4028080"/>
            <a:ext cx="1097876" cy="109787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3" name="Picture Placeholder 9"/>
          <p:cNvSpPr>
            <a:spLocks noGrp="1"/>
          </p:cNvSpPr>
          <p:nvPr>
            <p:ph type="pic" sz="quarter" idx="64" hasCustomPrompt="1"/>
          </p:nvPr>
        </p:nvSpPr>
        <p:spPr>
          <a:xfrm>
            <a:off x="6728064" y="4028080"/>
            <a:ext cx="1097876" cy="109787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4" name="Picture Placeholder 9"/>
          <p:cNvSpPr>
            <a:spLocks noGrp="1"/>
          </p:cNvSpPr>
          <p:nvPr>
            <p:ph type="pic" sz="quarter" idx="65" hasCustomPrompt="1"/>
          </p:nvPr>
        </p:nvSpPr>
        <p:spPr>
          <a:xfrm>
            <a:off x="9102352" y="4028080"/>
            <a:ext cx="1097876" cy="109787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 hasCustomPrompt="1"/>
          </p:nvPr>
        </p:nvSpPr>
        <p:spPr>
          <a:xfrm>
            <a:off x="2933903" y="724868"/>
            <a:ext cx="6324194" cy="639955"/>
          </a:xfrm>
          <a:prstGeom prst="rect">
            <a:avLst/>
          </a:prstGeom>
        </p:spPr>
        <p:txBody>
          <a:bodyPr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2933903" y="724868"/>
            <a:ext cx="6324194" cy="639955"/>
          </a:xfrm>
          <a:prstGeom prst="rect">
            <a:avLst/>
          </a:prstGeom>
        </p:spPr>
        <p:txBody>
          <a:bodyPr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900511" y="405964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cap="all" spc="2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1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900511" y="465139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2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3584039" y="405964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cap="all" spc="2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3" name="Text Placeholder 14"/>
          <p:cNvSpPr>
            <a:spLocks noGrp="1"/>
          </p:cNvSpPr>
          <p:nvPr>
            <p:ph type="body" sz="quarter" idx="16" hasCustomPrompt="1"/>
          </p:nvPr>
        </p:nvSpPr>
        <p:spPr>
          <a:xfrm>
            <a:off x="3584039" y="465139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4"/>
          <p:cNvSpPr>
            <a:spLocks noGrp="1"/>
          </p:cNvSpPr>
          <p:nvPr>
            <p:ph type="body" sz="quarter" idx="17" hasCustomPrompt="1"/>
          </p:nvPr>
        </p:nvSpPr>
        <p:spPr>
          <a:xfrm>
            <a:off x="6267567" y="405964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cap="all" spc="2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6267567" y="465139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4"/>
          <p:cNvSpPr>
            <a:spLocks noGrp="1"/>
          </p:cNvSpPr>
          <p:nvPr>
            <p:ph type="body" sz="quarter" idx="19" hasCustomPrompt="1"/>
          </p:nvPr>
        </p:nvSpPr>
        <p:spPr>
          <a:xfrm>
            <a:off x="8951094" y="405964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cap="all" spc="2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7" name="Text Placeholder 14"/>
          <p:cNvSpPr>
            <a:spLocks noGrp="1"/>
          </p:cNvSpPr>
          <p:nvPr>
            <p:ph type="body" sz="quarter" idx="20" hasCustomPrompt="1"/>
          </p:nvPr>
        </p:nvSpPr>
        <p:spPr>
          <a:xfrm>
            <a:off x="8951094" y="465139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285758" y="239917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  <a:defRPr sz="2800" cap="all" spc="1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29" name="Text Placeholder 10"/>
          <p:cNvSpPr>
            <a:spLocks noGrp="1"/>
          </p:cNvSpPr>
          <p:nvPr>
            <p:ph type="body" sz="quarter" idx="23" hasCustomPrompt="1"/>
          </p:nvPr>
        </p:nvSpPr>
        <p:spPr>
          <a:xfrm>
            <a:off x="6652814" y="239917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cap="all" spc="1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0" name="Text Placeholder 10"/>
          <p:cNvSpPr>
            <a:spLocks noGrp="1"/>
          </p:cNvSpPr>
          <p:nvPr>
            <p:ph type="body" sz="quarter" idx="24" hasCustomPrompt="1"/>
          </p:nvPr>
        </p:nvSpPr>
        <p:spPr>
          <a:xfrm>
            <a:off x="9336341" y="239917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cap="all" spc="1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1" name="Text Placeholder 10"/>
          <p:cNvSpPr>
            <a:spLocks noGrp="1"/>
          </p:cNvSpPr>
          <p:nvPr>
            <p:ph type="body" sz="quarter" idx="22" hasCustomPrompt="1"/>
          </p:nvPr>
        </p:nvSpPr>
        <p:spPr>
          <a:xfrm>
            <a:off x="3969286" y="239917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cap="all" spc="1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-4281" y="-1"/>
            <a:ext cx="12196282" cy="291737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0" y="4006735"/>
            <a:ext cx="12192000" cy="2851264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5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5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r>
              <a:rPr lang="en-US" dirty="0"/>
              <a:t>Sum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6357DA-28E9-40D3-918C-4D14E8263D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838200" y="4122721"/>
            <a:ext cx="2895600" cy="1111250"/>
          </a:xfrm>
          <a:prstGeom prst="rect">
            <a:avLst/>
          </a:prstGeom>
        </p:spPr>
        <p:txBody>
          <a:bodyPr anchor="ctr"/>
          <a:lstStyle>
            <a:lvl1pPr algn="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332514" y="3833158"/>
            <a:ext cx="7021287" cy="1690377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None/>
              <a:defRPr sz="1400" spc="1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67715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3156857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F6357DA-28E9-40D3-918C-4D14E8263D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8487939" y="1638359"/>
            <a:ext cx="3058885" cy="1111250"/>
          </a:xfrm>
          <a:prstGeom prst="rect">
            <a:avLst/>
          </a:prstGeom>
        </p:spPr>
        <p:txBody>
          <a:bodyPr anchor="b"/>
          <a:lstStyle>
            <a:lvl1pPr algn="l">
              <a:defRPr sz="2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487939" y="3135086"/>
            <a:ext cx="3058885" cy="238845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None/>
              <a:defRPr sz="1400" spc="100" baseline="0">
                <a:solidFill>
                  <a:schemeClr val="accent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8130026" y="0"/>
            <a:ext cx="0" cy="45720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100735" y="4698088"/>
            <a:ext cx="11996058" cy="205918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37000"/>
              </a:lnSpc>
              <a:spcBef>
                <a:spcPts val="0"/>
              </a:spcBef>
              <a:buNone/>
              <a:defRPr sz="50000" baseline="0">
                <a:solidFill>
                  <a:schemeClr val="accent6">
                    <a:lumMod val="10000"/>
                    <a:lumOff val="90000"/>
                    <a:alpha val="25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r>
              <a:rPr lang="en-US" dirty="0"/>
              <a:t>Than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8/03/20XX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4F6357DA-28E9-40D3-918C-4D14E8263D81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318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63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493058" y="788893"/>
            <a:ext cx="10733112" cy="202557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Rel-SA: Tumor’s Disease Detection using Relevance-augmented Self </a:t>
            </a:r>
            <a:br>
              <a:rPr lang="en-US" sz="3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Attention</a:t>
            </a:r>
            <a:endParaRPr lang="en-IN" sz="3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2806014" y="3237182"/>
            <a:ext cx="6107200" cy="2831925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TEAM 2</a:t>
            </a:r>
          </a:p>
          <a:p>
            <a:pPr algn="ctr"/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Mahindra Manohar </a:t>
            </a:r>
            <a:r>
              <a:rPr lang="en-IN" dirty="0" err="1">
                <a:solidFill>
                  <a:schemeClr val="bg1"/>
                </a:solidFill>
              </a:rPr>
              <a:t>Alla</a:t>
            </a:r>
            <a:r>
              <a:rPr lang="en-IN" dirty="0">
                <a:solidFill>
                  <a:schemeClr val="bg1"/>
                </a:solidFill>
              </a:rPr>
              <a:t> - R11975196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Bhanu Sankar Ravi – R11971600</a:t>
            </a:r>
          </a:p>
          <a:p>
            <a:pPr algn="ctr"/>
            <a:r>
              <a:rPr lang="en-IN" dirty="0" err="1">
                <a:solidFill>
                  <a:schemeClr val="bg1"/>
                </a:solidFill>
              </a:rPr>
              <a:t>Chepuri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Madhukanthi</a:t>
            </a:r>
            <a:r>
              <a:rPr lang="en-IN" dirty="0">
                <a:solidFill>
                  <a:schemeClr val="bg1"/>
                </a:solidFill>
              </a:rPr>
              <a:t> – R11971602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Sai Ruthvik </a:t>
            </a:r>
            <a:r>
              <a:rPr lang="en-IN" dirty="0" err="1">
                <a:solidFill>
                  <a:schemeClr val="bg1"/>
                </a:solidFill>
              </a:rPr>
              <a:t>Munugoti</a:t>
            </a:r>
            <a:r>
              <a:rPr lang="en-IN" dirty="0">
                <a:solidFill>
                  <a:schemeClr val="bg1"/>
                </a:solidFill>
              </a:rPr>
              <a:t> – R11940989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Venkata Revanth Manideep </a:t>
            </a:r>
            <a:r>
              <a:rPr lang="en-IN" dirty="0" err="1">
                <a:solidFill>
                  <a:schemeClr val="bg1"/>
                </a:solidFill>
              </a:rPr>
              <a:t>Kallagunta</a:t>
            </a:r>
            <a:r>
              <a:rPr lang="en-IN" dirty="0">
                <a:solidFill>
                  <a:schemeClr val="bg1"/>
                </a:solidFill>
              </a:rPr>
              <a:t> – R12021348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57DA-28E9-40D3-918C-4D14E8263D81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1266824" y="495300"/>
            <a:ext cx="9382125" cy="85903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2" name="Text Placeholder 36"/>
          <p:cNvSpPr txBox="1"/>
          <p:nvPr/>
        </p:nvSpPr>
        <p:spPr>
          <a:xfrm>
            <a:off x="743600" y="2129808"/>
            <a:ext cx="10968788" cy="4591667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accent6">
                    <a:lumMod val="10000"/>
                    <a:lumOff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brain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tumour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detection and classification using MRI images.</a:t>
            </a:r>
          </a:p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combines deep learning and explainable AI to identify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tumour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regions effectively.</a:t>
            </a:r>
          </a:p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Convolutional Neural Networks (CNNs) enhanced with Relevance-Attention mechanisms and Grad-CAM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visualisation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interpretability.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approach replaces atlas-based regions with data-driven Grad-CAM relevance</a:t>
            </a: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 Improve diagnostic accuracy and model transparency for clinical use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57DA-28E9-40D3-918C-4D14E8263D81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1925170" y="600635"/>
            <a:ext cx="8341659" cy="942514"/>
          </a:xfrm>
        </p:spPr>
        <p:txBody>
          <a:bodyPr/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PAPER Key idea</a:t>
            </a:r>
          </a:p>
        </p:txBody>
      </p:sp>
      <p:sp>
        <p:nvSpPr>
          <p:cNvPr id="2" name="Text Placeholder 36"/>
          <p:cNvSpPr txBox="1"/>
          <p:nvPr/>
        </p:nvSpPr>
        <p:spPr>
          <a:xfrm>
            <a:off x="896470" y="2295525"/>
            <a:ext cx="10457329" cy="406082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accent6">
                    <a:lumMod val="10000"/>
                    <a:lumOff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accent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Clinically, Alzheimer’s Disease progression is documented by atrophy in landmark regions (hippocampus, etc.) spread across brain.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accent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MRI processing technique localize various brain regions through atlases.</a:t>
            </a:r>
            <a:endParaRPr lang="en-US" sz="2200" dirty="0">
              <a:solidFill>
                <a:schemeClr val="accent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paper introduces Rel-SA (Relevance-Augmented Self-Attention) for Alzheimer’s Disease detection using MRI scans.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Vision Transformers (</a:t>
            </a:r>
            <a:r>
              <a:rPr lang="en-US" sz="2200" dirty="0" err="1">
                <a:solidFill>
                  <a:schemeClr val="accent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ViTs</a:t>
            </a:r>
            <a:r>
              <a:rPr lang="en-US" sz="2200" dirty="0">
                <a:solidFill>
                  <a:schemeClr val="accent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treat all brain regions equally, but doctors know some areas (like the hippocampus) are more important.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Rel-SA integrates clinical and anatomical knowledge to guide the model’s focus toward key brain regions.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57DA-28E9-40D3-918C-4D14E8263D81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1884947" y="304800"/>
            <a:ext cx="8422106" cy="72189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DATASET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09" y="1371600"/>
            <a:ext cx="3927076" cy="19635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208" y="1371600"/>
            <a:ext cx="3966921" cy="19834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9209" y="3904501"/>
            <a:ext cx="3966920" cy="208505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209" y="3859119"/>
            <a:ext cx="3927076" cy="2083358"/>
          </a:xfrm>
          <a:prstGeom prst="rect">
            <a:avLst/>
          </a:prstGeom>
        </p:spPr>
      </p:pic>
      <p:sp>
        <p:nvSpPr>
          <p:cNvPr id="12" name="Subtitle 28"/>
          <p:cNvSpPr txBox="1"/>
          <p:nvPr/>
        </p:nvSpPr>
        <p:spPr>
          <a:xfrm>
            <a:off x="9141052" y="1197849"/>
            <a:ext cx="2930762" cy="45773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4 Classes of Data:</a:t>
            </a:r>
          </a:p>
          <a:p>
            <a:pPr marL="514350" indent="-514350">
              <a:buAutoNum type="arabicPeriod"/>
            </a:pPr>
            <a:r>
              <a:rPr lang="en-IN" sz="2000" dirty="0"/>
              <a:t>Mild Dementia</a:t>
            </a:r>
          </a:p>
          <a:p>
            <a:pPr marL="514350" indent="-514350">
              <a:buAutoNum type="arabicPeriod"/>
            </a:pPr>
            <a:r>
              <a:rPr lang="en-IN" sz="2000" dirty="0"/>
              <a:t>Moderate Dementia</a:t>
            </a:r>
          </a:p>
          <a:p>
            <a:pPr marL="514350" indent="-514350">
              <a:buAutoNum type="arabicPeriod"/>
            </a:pPr>
            <a:r>
              <a:rPr lang="en-IN" sz="2000" dirty="0"/>
              <a:t>Very Mild Dementia</a:t>
            </a:r>
            <a:endParaRPr lang="en-US" sz="2000" dirty="0"/>
          </a:p>
          <a:p>
            <a:pPr marL="514350" indent="-514350">
              <a:buAutoNum type="arabicPeriod"/>
            </a:pPr>
            <a:r>
              <a:rPr lang="en-US" sz="2000" dirty="0"/>
              <a:t>Non Demented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57DA-28E9-40D3-918C-4D14E8263D81}" type="slidenum">
              <a:rPr lang="en-US" smtClean="0"/>
              <a:t>5</a:t>
            </a:fld>
            <a:endParaRPr lang="en-US" dirty="0"/>
          </a:p>
        </p:txBody>
      </p:sp>
      <p:sp>
        <p:nvSpPr>
          <p:cNvPr id="31" name="Subtitle 17"/>
          <p:cNvSpPr>
            <a:spLocks noGrp="1"/>
          </p:cNvSpPr>
          <p:nvPr>
            <p:ph type="subTitle" idx="1"/>
          </p:nvPr>
        </p:nvSpPr>
        <p:spPr>
          <a:xfrm>
            <a:off x="1150503" y="1645856"/>
            <a:ext cx="9974179" cy="2537489"/>
          </a:xfrm>
        </p:spPr>
        <p:txBody>
          <a:bodyPr/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Brain MRI (4 classes – Glioma, Meningioma, No Tumour, Pituitary)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Size: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200×200 |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Training / Testing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Cropping: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Removed background using contours (focus on tumour region).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Removal: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Applied a bilateral filter to smooth images.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Colour Mapping: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COLORMAP_BONE for pseudo-colour enhancement.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Resizing &amp; Normalisation: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Standardised inputs, scaled pixels → [0, 1].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ctrTitle"/>
          </p:nvPr>
        </p:nvSpPr>
        <p:spPr>
          <a:xfrm>
            <a:off x="1078832" y="298210"/>
            <a:ext cx="9974179" cy="891511"/>
          </a:xfrm>
        </p:spPr>
        <p:txBody>
          <a:bodyPr/>
          <a:lstStyle/>
          <a:p>
            <a:pPr algn="ctr"/>
            <a:r>
              <a:rPr lang="en-US" sz="3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AND PREPROCESSING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9" t="21086" r="43455" b="9391"/>
          <a:stretch>
            <a:fillRect/>
          </a:stretch>
        </p:blipFill>
        <p:spPr bwMode="auto">
          <a:xfrm>
            <a:off x="2906906" y="4453774"/>
            <a:ext cx="5654640" cy="1764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57DA-28E9-40D3-918C-4D14E8263D81}" type="slidenum">
              <a:rPr lang="en-US" smtClean="0"/>
              <a:t>6</a:t>
            </a:fld>
            <a:endParaRPr lang="en-US" dirty="0"/>
          </a:p>
        </p:txBody>
      </p:sp>
      <p:sp>
        <p:nvSpPr>
          <p:cNvPr id="36" name="Subtitle 17"/>
          <p:cNvSpPr>
            <a:spLocks noGrp="1"/>
          </p:cNvSpPr>
          <p:nvPr>
            <p:ph type="subTitle" idx="1"/>
          </p:nvPr>
        </p:nvSpPr>
        <p:spPr>
          <a:xfrm>
            <a:off x="906378" y="1736225"/>
            <a:ext cx="10379243" cy="4620125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ResNet-18 as backbone (pretrained on ImageNet). Modify the final layer for a 4-class classification model on preprocessed images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 Convolutional Neural Network (CNN)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initial tumour classification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Layers: convolution, pooling, batch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normalisation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dense layers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Trained on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preprocessed MRI dataset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(200×200 images).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model serves as a foundation for applying advanced modules</a:t>
            </a:r>
          </a:p>
        </p:txBody>
      </p:sp>
      <p:sp>
        <p:nvSpPr>
          <p:cNvPr id="2" name="Title 11">
            <a:extLst>
              <a:ext uri="{FF2B5EF4-FFF2-40B4-BE49-F238E27FC236}">
                <a16:creationId xmlns:a16="http://schemas.microsoft.com/office/drawing/2014/main" id="{26262958-1B18-9807-FB41-EC2F23EB9D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9553" y="501650"/>
            <a:ext cx="9753600" cy="1007246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baseline CNN model</a:t>
            </a:r>
            <a:endParaRPr lang="en-IN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57DA-28E9-40D3-918C-4D14E8263D81}" type="slidenum">
              <a:rPr lang="en-US" smtClean="0"/>
              <a:t>7</a:t>
            </a:fld>
            <a:endParaRPr lang="en-US" dirty="0"/>
          </a:p>
        </p:txBody>
      </p:sp>
      <p:sp>
        <p:nvSpPr>
          <p:cNvPr id="17" name="Title 11"/>
          <p:cNvSpPr>
            <a:spLocks noGrp="1"/>
          </p:cNvSpPr>
          <p:nvPr>
            <p:ph type="ctrTitle"/>
          </p:nvPr>
        </p:nvSpPr>
        <p:spPr>
          <a:xfrm>
            <a:off x="1298232" y="636494"/>
            <a:ext cx="9460689" cy="907253"/>
          </a:xfrm>
        </p:spPr>
        <p:txBody>
          <a:bodyPr/>
          <a:lstStyle/>
          <a:p>
            <a:r>
              <a:rPr lang="en-IN" sz="3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Relevance-Attention Module</a:t>
            </a:r>
          </a:p>
        </p:txBody>
      </p:sp>
      <p:sp>
        <p:nvSpPr>
          <p:cNvPr id="19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86063" y="1993233"/>
            <a:ext cx="11020925" cy="3775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each class, collect correctly predicted samples. Generate Grad-CAM heatmaps using the last convolutional layer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Aggregate class-specific heatmaps, then Average all heatmaps per class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a Relevance-Augmented Attention mechanism (Rel-SA) inspired by the base paper.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Combines self-attention with clinical and anatomical priors to highlight critical regions.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model focus on important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tumour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features rather than background noise.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Improves both accuracy and model trustworthiness.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57DA-28E9-40D3-918C-4D14E8263D81}" type="slidenum">
              <a:rPr lang="en-US" smtClean="0"/>
              <a:t>8</a:t>
            </a:fld>
            <a:endParaRPr lang="en-US" dirty="0"/>
          </a:p>
        </p:txBody>
      </p:sp>
      <p:sp>
        <p:nvSpPr>
          <p:cNvPr id="17" name="Title 11"/>
          <p:cNvSpPr>
            <a:spLocks noGrp="1"/>
          </p:cNvSpPr>
          <p:nvPr>
            <p:ph type="ctrTitle"/>
          </p:nvPr>
        </p:nvSpPr>
        <p:spPr>
          <a:xfrm>
            <a:off x="711422" y="869576"/>
            <a:ext cx="10230380" cy="885865"/>
          </a:xfrm>
        </p:spPr>
        <p:txBody>
          <a:bodyPr/>
          <a:lstStyle/>
          <a:p>
            <a:r>
              <a:rPr lang="en-IN" sz="3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Grad-CAM Heatmap</a:t>
            </a:r>
          </a:p>
        </p:txBody>
      </p:sp>
      <p:sp>
        <p:nvSpPr>
          <p:cNvPr id="19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86063" y="2357340"/>
            <a:ext cx="1102092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Grad-CAM (Gradient-weighted Class Activation Mapping) for explainability.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Visualises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which parts of the MRI contributed most to the classification decision.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Heatmaps confirm that the model correctly focuses on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tumour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-affected areas.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medical experts to interpret and validate the AI’s decision-making process.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09918" y="797859"/>
            <a:ext cx="10028863" cy="943226"/>
          </a:xfrm>
        </p:spPr>
        <p:txBody>
          <a:bodyPr/>
          <a:lstStyle/>
          <a:p>
            <a:r>
              <a:rPr lang="en-IN" sz="3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Base Paper(1/2)</a:t>
            </a:r>
            <a:endParaRPr lang="en-IN" sz="3400" b="1" dirty="0">
              <a:solidFill>
                <a:schemeClr val="tx1"/>
              </a:solidFill>
            </a:endParaRPr>
          </a:p>
        </p:txBody>
      </p:sp>
      <p:sp>
        <p:nvSpPr>
          <p:cNvPr id="10" name="Subtitle 22"/>
          <p:cNvSpPr txBox="1"/>
          <p:nvPr/>
        </p:nvSpPr>
        <p:spPr>
          <a:xfrm>
            <a:off x="909918" y="2484663"/>
            <a:ext cx="10888579" cy="45861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base paper, Rel-SA, uses a 3D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combined with a Vision Transformer to detect diseases from volumetric MRI scans.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contrast, our model employs a 2D CNN with a custom Relevance-Attention module, which significantly reduces computational complexity while maintaining strong performance.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the base paper generates relevance maps based on fixed brain regions.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method produces Grad-CAM heatmaps that directly highlight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tumour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areas, providing more intuitive and visually interpretable explanations.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57DA-28E9-40D3-918C-4D14E8263D81}" type="slidenum">
              <a:rPr lang="en-US" smtClean="0"/>
              <a:t>10</a:t>
            </a:fld>
            <a:endParaRPr lang="en-US" dirty="0"/>
          </a:p>
        </p:txBody>
      </p:sp>
      <p:sp>
        <p:nvSpPr>
          <p:cNvPr id="30" name="Title 29"/>
          <p:cNvSpPr>
            <a:spLocks noGrp="1"/>
          </p:cNvSpPr>
          <p:nvPr>
            <p:ph type="ctrTitle"/>
          </p:nvPr>
        </p:nvSpPr>
        <p:spPr>
          <a:xfrm>
            <a:off x="977153" y="385482"/>
            <a:ext cx="10004611" cy="979342"/>
          </a:xfrm>
        </p:spPr>
        <p:txBody>
          <a:bodyPr>
            <a:normAutofit/>
          </a:bodyPr>
          <a:lstStyle/>
          <a:p>
            <a:r>
              <a:rPr lang="en-IN" sz="3400" b="1" dirty="0">
                <a:solidFill>
                  <a:schemeClr val="accent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Base Paper(2/2)</a:t>
            </a:r>
            <a:endParaRPr lang="en-US" sz="3400" b="1" dirty="0">
              <a:solidFill>
                <a:schemeClr val="accent2">
                  <a:lumMod val="10000"/>
                </a:schemeClr>
              </a:solidFill>
            </a:endParaRP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697351"/>
              </p:ext>
            </p:extLst>
          </p:nvPr>
        </p:nvGraphicFramePr>
        <p:xfrm>
          <a:off x="957997" y="1524661"/>
          <a:ext cx="10166685" cy="46932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8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8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8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8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Paper (Rel-SA)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Our Approach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8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Relevance Source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Fixed brain atlases :AAL3, JHU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Data-driven Grad-CAM heatmaps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8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Classification Task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Binary (AD vs CN)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4-class severity staging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8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Relevance Adaptation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Static single bias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Class-specific bias per stage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8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Input Modality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3D </a:t>
                      </a:r>
                      <a:r>
                        <a:rPr lang="en-IN" dirty="0" err="1"/>
                        <a:t>sMRI</a:t>
                      </a:r>
                      <a:r>
                        <a:rPr lang="en-IN" dirty="0"/>
                        <a:t> : volumetric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2D MRI slices : lighter, faster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57DA-28E9-40D3-918C-4D14E8263D81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1308846" y="136525"/>
            <a:ext cx="9099177" cy="862204"/>
          </a:xfrm>
        </p:spPr>
        <p:txBody>
          <a:bodyPr/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968" y="1487905"/>
            <a:ext cx="3457074" cy="345707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68379" y="5139262"/>
            <a:ext cx="24945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Mild Dementia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4147" y="5139262"/>
            <a:ext cx="36094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Dementia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2063" y="1487905"/>
            <a:ext cx="3457074" cy="34570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57DA-28E9-40D3-918C-4D14E8263D81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1155032" y="136525"/>
            <a:ext cx="9160042" cy="862204"/>
          </a:xfrm>
        </p:spPr>
        <p:txBody>
          <a:bodyPr/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968" y="1487905"/>
            <a:ext cx="3457074" cy="345707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032" y="1389420"/>
            <a:ext cx="3617495" cy="361749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242" y="1237130"/>
            <a:ext cx="3745832" cy="3617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07696" y="5206970"/>
            <a:ext cx="36174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mild Dementia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0348" y="5159205"/>
            <a:ext cx="43634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 Demented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57DA-28E9-40D3-918C-4D14E8263D81}" type="slidenum">
              <a:rPr lang="en-US" smtClean="0"/>
              <a:t>13</a:t>
            </a:fld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ctrTitle"/>
          </p:nvPr>
        </p:nvSpPr>
        <p:spPr>
          <a:xfrm>
            <a:off x="1407459" y="501651"/>
            <a:ext cx="8507506" cy="865819"/>
          </a:xfrm>
        </p:spPr>
        <p:txBody>
          <a:bodyPr>
            <a:normAutofit/>
          </a:bodyPr>
          <a:lstStyle/>
          <a:p>
            <a:r>
              <a:rPr lang="en-US" sz="3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3"/>
          </p:nvPr>
        </p:nvSpPr>
        <p:spPr>
          <a:xfrm>
            <a:off x="385012" y="1764682"/>
            <a:ext cx="10968788" cy="4591667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57DA-28E9-40D3-918C-4D14E8263D81}" type="slidenum">
              <a:rPr lang="en-US" smtClean="0"/>
              <a:t>14</a:t>
            </a:fld>
            <a:endParaRPr lang="en-US" dirty="0"/>
          </a:p>
        </p:txBody>
      </p:sp>
      <p:sp>
        <p:nvSpPr>
          <p:cNvPr id="20" name="Title 19"/>
          <p:cNvSpPr>
            <a:spLocks noGrp="1"/>
          </p:cNvSpPr>
          <p:nvPr>
            <p:ph type="ctrTitle"/>
          </p:nvPr>
        </p:nvSpPr>
        <p:spPr>
          <a:xfrm>
            <a:off x="1201271" y="582705"/>
            <a:ext cx="9557651" cy="854917"/>
          </a:xfrm>
        </p:spPr>
        <p:txBody>
          <a:bodyPr/>
          <a:lstStyle/>
          <a:p>
            <a:r>
              <a:rPr lang="en-US" sz="3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8"/>
          </p:nvPr>
        </p:nvSpPr>
        <p:spPr>
          <a:xfrm>
            <a:off x="545431" y="2117557"/>
            <a:ext cx="10539663" cy="4454383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57DA-28E9-40D3-918C-4D14E8263D81}" type="slidenum">
              <a:rPr lang="en-US" smtClean="0"/>
              <a:t>15</a:t>
            </a:fld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ctrTitle"/>
          </p:nvPr>
        </p:nvSpPr>
        <p:spPr>
          <a:xfrm>
            <a:off x="1846729" y="564776"/>
            <a:ext cx="8166847" cy="802694"/>
          </a:xfrm>
        </p:spPr>
        <p:txBody>
          <a:bodyPr>
            <a:normAutofit fontScale="90000"/>
          </a:bodyPr>
          <a:lstStyle/>
          <a:p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3"/>
          </p:nvPr>
        </p:nvSpPr>
        <p:spPr>
          <a:xfrm>
            <a:off x="385012" y="1764682"/>
            <a:ext cx="10968788" cy="4591667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1253218" y="779929"/>
            <a:ext cx="9685563" cy="824753"/>
          </a:xfrm>
        </p:spPr>
        <p:txBody>
          <a:bodyPr>
            <a:normAutofit fontScale="90000"/>
          </a:bodyPr>
          <a:lstStyle/>
          <a:p>
            <a:r>
              <a:rPr lang="en-IN" sz="3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0" name="Subtitle 22"/>
          <p:cNvSpPr txBox="1"/>
          <p:nvPr/>
        </p:nvSpPr>
        <p:spPr>
          <a:xfrm>
            <a:off x="503911" y="2572848"/>
            <a:ext cx="11438021" cy="47484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Alzheimer’s Disease International. Dementia statistics, 2024. Accessed: 2024-11-11.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Randall J. Bateman et al. Clinical and biomarker changes in dominantly inherited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alzheimer’s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disease.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England Journal of Medicine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367(9):795–804, 2012.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Randy L. Buckner et al. Cortical hubs revealed by intrinsic functional connectivity: mapping, assessment of stability, and relation to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alzheimer’s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disease.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Neuroscience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29(6):1860–1873, 2009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Qiu, L. Xu, C. Liu, and Alzheimer’s Disease Neuroimaging Initiative. Predicting diagnosis 4 years prior to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alzheimer’s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disease incident. </a:t>
            </a:r>
            <a:r>
              <a:rPr lang="en-I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NeuroImage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Clinical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34: 102993, 2022.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57DA-28E9-40D3-918C-4D14E8263D81}" type="slidenum">
              <a:rPr lang="en-US" smtClean="0"/>
              <a:t>17</a:t>
            </a:fld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ctrTitle"/>
          </p:nvPr>
        </p:nvSpPr>
        <p:spPr>
          <a:xfrm>
            <a:off x="2989603" y="2508188"/>
            <a:ext cx="6212793" cy="639955"/>
          </a:xfrm>
        </p:spPr>
        <p:txBody>
          <a:bodyPr>
            <a:normAutofit fontScale="90000"/>
          </a:bodyPr>
          <a:lstStyle/>
          <a:p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509A09C-A249-4D30-8888-26F183AD87D3}">
  <ds:schemaRefs/>
</ds:datastoreItem>
</file>

<file path=customXml/itemProps2.xml><?xml version="1.0" encoding="utf-8"?>
<ds:datastoreItem xmlns:ds="http://schemas.openxmlformats.org/officeDocument/2006/customXml" ds:itemID="{D8CF18AE-D61A-46A3-9130-AB96E8088727}">
  <ds:schemaRefs/>
</ds:datastoreItem>
</file>

<file path=customXml/itemProps3.xml><?xml version="1.0" encoding="utf-8"?>
<ds:datastoreItem xmlns:ds="http://schemas.openxmlformats.org/officeDocument/2006/customXml" ds:itemID="{4416BC72-0158-4AB8-9F35-F365C88D29D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16</TotalTime>
  <Words>783</Words>
  <Application>Microsoft Office PowerPoint</Application>
  <PresentationFormat>Widescreen</PresentationFormat>
  <Paragraphs>102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Avenir Next LT Pro</vt:lpstr>
      <vt:lpstr>Calibri</vt:lpstr>
      <vt:lpstr>Courier New</vt:lpstr>
      <vt:lpstr>Gill Sans MT</vt:lpstr>
      <vt:lpstr>Kunstler Script</vt:lpstr>
      <vt:lpstr>Times New Roman</vt:lpstr>
      <vt:lpstr>Parcel</vt:lpstr>
      <vt:lpstr>Rel-SA: Tumor’s Disease Detection using Relevance-augmented Self  Attention</vt:lpstr>
      <vt:lpstr>INTRODUCTION</vt:lpstr>
      <vt:lpstr>BASE PAPER Key idea</vt:lpstr>
      <vt:lpstr>SAMPLE DATASET</vt:lpstr>
      <vt:lpstr>DATASET AND PREPROCESSING</vt:lpstr>
      <vt:lpstr>Build baseline CNN model</vt:lpstr>
      <vt:lpstr>Relevance-Attention Module</vt:lpstr>
      <vt:lpstr>Generate Grad-CAM Heatmap</vt:lpstr>
      <vt:lpstr>Comparison with Base Paper(1/2)</vt:lpstr>
      <vt:lpstr>Comparison with Base Paper(2/2)</vt:lpstr>
      <vt:lpstr>RESULTS</vt:lpstr>
      <vt:lpstr>RESULTS</vt:lpstr>
      <vt:lpstr>reSULTS</vt:lpstr>
      <vt:lpstr>future WORK</vt:lpstr>
      <vt:lpstr>conclusion</vt:lpstr>
      <vt:lpstr>references</vt:lpstr>
      <vt:lpstr>THANK YOU..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MADHUKANTHI CHEPURI</dc:creator>
  <cp:lastModifiedBy>MADHUKANTHI CHEPURI</cp:lastModifiedBy>
  <cp:revision>6</cp:revision>
  <dcterms:created xsi:type="dcterms:W3CDTF">2025-11-11T06:49:00Z</dcterms:created>
  <dcterms:modified xsi:type="dcterms:W3CDTF">2025-11-11T10:14:14Z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BA3042F427264760BAEF3E416C31D888_12</vt:lpwstr>
  </property>
  <property fmtid="{D5CDD505-2E9C-101B-9397-08002B2CF9AE}" pid="4" name="KSOProductBuildVer">
    <vt:lpwstr>1033-12.2.0.23155</vt:lpwstr>
  </property>
</Properties>
</file>